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HLD -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31520"/>
            <a:ext cx="11155680" cy="0"/>
          </a:xfrm>
          <a:prstGeom prst="line">
            <a:avLst/>
          </a:prstGeom>
          <a:noFill/>
          <a:ln w="34925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349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6419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6/5/2026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3916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2468880" cy="5212080"/>
          </a:xfrm>
          <a:prstGeom prst="roundRect">
            <a:avLst>
              <a:gd name="adj" fmla="val 2593"/>
            </a:avLst>
          </a:prstGeom>
          <a:solidFill>
            <a:srgbClr val="EEF3FB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1440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1624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&amp; Experience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94944" y="19385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2016252"/>
            <a:ext cx="173736" cy="1737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5568" y="1664208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checkpoints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4944" y="28163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2894076"/>
            <a:ext cx="173736" cy="1737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" y="2542032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workers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94944" y="369417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3771900"/>
            <a:ext cx="173736" cy="1737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3419856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SSE stream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4944" y="45720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649724"/>
            <a:ext cx="173736" cy="1737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4297680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Streamlit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Compare · inline edit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94944" y="544982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5527548"/>
            <a:ext cx="173736" cy="1737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5568" y="5175504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 preview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click-to-navigate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144000" y="914400"/>
            <a:ext cx="2514600" cy="5212080"/>
          </a:xfrm>
          <a:prstGeom prst="roundRect">
            <a:avLst>
              <a:gd name="adj" fmla="val 2545"/>
            </a:avLst>
          </a:prstGeom>
          <a:solidFill>
            <a:srgbClr val="EEF3FB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144000" y="91440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16244A"/>
          </a:solidFill>
          <a:ln/>
        </p:spPr>
      </p:sp>
      <p:sp>
        <p:nvSpPr>
          <p:cNvPr id="28" name="Text 21"/>
          <p:cNvSpPr/>
          <p:nvPr/>
        </p:nvSpPr>
        <p:spPr>
          <a:xfrm>
            <a:off x="9144000" y="914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Governance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144000" y="13716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9290304" y="19385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2016252"/>
            <a:ext cx="173736" cy="1737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10928" y="1664208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· Doc · Reference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9290304" y="28163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8028" y="2894076"/>
            <a:ext cx="173736" cy="1737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710928" y="2542032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broker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9290304" y="369417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028" y="3771900"/>
            <a:ext cx="173736" cy="17373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710928" y="3419856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audit.jsonl · GxP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9290304" y="45720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028" y="4649724"/>
            <a:ext cx="173736" cy="17373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710928" y="4297680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LLM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9290304" y="544982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8028" y="5527548"/>
            <a:ext cx="173736" cy="17373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710928" y="5175504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APIs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3200400" y="96012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3319272" y="1078992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47" name="Text 35"/>
          <p:cNvSpPr/>
          <p:nvPr/>
        </p:nvSpPr>
        <p:spPr>
          <a:xfrm>
            <a:off x="3319272" y="1078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36"/>
          <p:cNvSpPr/>
          <p:nvPr/>
        </p:nvSpPr>
        <p:spPr>
          <a:xfrm>
            <a:off x="3767328" y="10332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49" name="Text 37"/>
          <p:cNvSpPr/>
          <p:nvPr/>
        </p:nvSpPr>
        <p:spPr>
          <a:xfrm>
            <a:off x="3767328" y="126187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folder upload · docx / pdf / eCTD loaders</a:t>
            </a:r>
            <a:endParaRPr lang="en-US" sz="850" dirty="0"/>
          </a:p>
        </p:txBody>
      </p:sp>
      <p:sp>
        <p:nvSpPr>
          <p:cNvPr id="50" name="Text 38"/>
          <p:cNvSpPr/>
          <p:nvPr/>
        </p:nvSpPr>
        <p:spPr>
          <a:xfrm>
            <a:off x="585216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51" name="Shape 39"/>
          <p:cNvSpPr/>
          <p:nvPr/>
        </p:nvSpPr>
        <p:spPr>
          <a:xfrm>
            <a:off x="3200400" y="1719072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3319272" y="1837944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53" name="Text 41"/>
          <p:cNvSpPr/>
          <p:nvPr/>
        </p:nvSpPr>
        <p:spPr>
          <a:xfrm>
            <a:off x="3319272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3767328" y="17922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</a:t>
            </a:r>
            <a:endParaRPr lang="en-US" sz="1150" dirty="0"/>
          </a:p>
        </p:txBody>
      </p:sp>
      <p:sp>
        <p:nvSpPr>
          <p:cNvPr id="55" name="Text 43"/>
          <p:cNvSpPr/>
          <p:nvPr/>
        </p:nvSpPr>
        <p:spPr>
          <a:xfrm>
            <a:off x="3767328" y="202082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· PyMuPDF · lxml — run-level styling + blue-text scan</a:t>
            </a:r>
            <a:endParaRPr lang="en-US" sz="850" dirty="0"/>
          </a:p>
        </p:txBody>
      </p:sp>
      <p:sp>
        <p:nvSpPr>
          <p:cNvPr id="56" name="Text 44"/>
          <p:cNvSpPr/>
          <p:nvPr/>
        </p:nvSpPr>
        <p:spPr>
          <a:xfrm>
            <a:off x="5852160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57" name="Shape 45"/>
          <p:cNvSpPr/>
          <p:nvPr/>
        </p:nvSpPr>
        <p:spPr>
          <a:xfrm>
            <a:off x="3200400" y="2478024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58" name="Shape 46"/>
          <p:cNvSpPr/>
          <p:nvPr/>
        </p:nvSpPr>
        <p:spPr>
          <a:xfrm>
            <a:off x="3319272" y="2596896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59" name="Text 47"/>
          <p:cNvSpPr/>
          <p:nvPr/>
        </p:nvSpPr>
        <p:spPr>
          <a:xfrm>
            <a:off x="331927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3767328" y="255117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Detection Cascade</a:t>
            </a:r>
            <a:endParaRPr lang="en-US" sz="1150" dirty="0"/>
          </a:p>
        </p:txBody>
      </p:sp>
      <p:sp>
        <p:nvSpPr>
          <p:cNvPr id="61" name="Text 49"/>
          <p:cNvSpPr/>
          <p:nvPr/>
        </p:nvSpPr>
        <p:spPr>
          <a:xfrm>
            <a:off x="3767328" y="277977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→ spaCy NER → Ollama LLM (confidence-gated)</a:t>
            </a:r>
            <a:endParaRPr lang="en-US" sz="850" dirty="0"/>
          </a:p>
        </p:txBody>
      </p:sp>
      <p:sp>
        <p:nvSpPr>
          <p:cNvPr id="62" name="Text 50"/>
          <p:cNvSpPr/>
          <p:nvPr/>
        </p:nvSpPr>
        <p:spPr>
          <a:xfrm>
            <a:off x="5852160" y="3026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63" name="Shape 51"/>
          <p:cNvSpPr/>
          <p:nvPr/>
        </p:nvSpPr>
        <p:spPr>
          <a:xfrm>
            <a:off x="3200400" y="3236976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64" name="Shape 52"/>
          <p:cNvSpPr/>
          <p:nvPr/>
        </p:nvSpPr>
        <p:spPr>
          <a:xfrm>
            <a:off x="3319272" y="3355848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65" name="Text 53"/>
          <p:cNvSpPr/>
          <p:nvPr/>
        </p:nvSpPr>
        <p:spPr>
          <a:xfrm>
            <a:off x="3319272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54"/>
          <p:cNvSpPr/>
          <p:nvPr/>
        </p:nvSpPr>
        <p:spPr>
          <a:xfrm>
            <a:off x="3767328" y="331012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Resolution</a:t>
            </a:r>
            <a:endParaRPr lang="en-US" sz="1150" dirty="0"/>
          </a:p>
        </p:txBody>
      </p:sp>
      <p:sp>
        <p:nvSpPr>
          <p:cNvPr id="67" name="Text 55"/>
          <p:cNvSpPr/>
          <p:nvPr/>
        </p:nvSpPr>
        <p:spPr>
          <a:xfrm>
            <a:off x="3767328" y="353872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/ leaf resolver · Neo4j eCTD backbone</a:t>
            </a:r>
            <a:endParaRPr lang="en-US" sz="850" dirty="0"/>
          </a:p>
        </p:txBody>
      </p:sp>
      <p:sp>
        <p:nvSpPr>
          <p:cNvPr id="68" name="Text 56"/>
          <p:cNvSpPr/>
          <p:nvPr/>
        </p:nvSpPr>
        <p:spPr>
          <a:xfrm>
            <a:off x="5852160" y="3785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69" name="Shape 57"/>
          <p:cNvSpPr/>
          <p:nvPr/>
        </p:nvSpPr>
        <p:spPr>
          <a:xfrm>
            <a:off x="3200400" y="3995928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70" name="Shape 58"/>
          <p:cNvSpPr/>
          <p:nvPr/>
        </p:nvSpPr>
        <p:spPr>
          <a:xfrm>
            <a:off x="3319272" y="4114800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71" name="Text 59"/>
          <p:cNvSpPr/>
          <p:nvPr/>
        </p:nvSpPr>
        <p:spPr>
          <a:xfrm>
            <a:off x="3319272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72" name="Text 60"/>
          <p:cNvSpPr/>
          <p:nvPr/>
        </p:nvSpPr>
        <p:spPr>
          <a:xfrm>
            <a:off x="3767328" y="406908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Hyperlink Injection</a:t>
            </a:r>
            <a:endParaRPr lang="en-US" sz="1150" dirty="0"/>
          </a:p>
        </p:txBody>
      </p:sp>
      <p:sp>
        <p:nvSpPr>
          <p:cNvPr id="73" name="Text 61"/>
          <p:cNvSpPr/>
          <p:nvPr/>
        </p:nvSpPr>
        <p:spPr>
          <a:xfrm>
            <a:off x="3767328" y="429768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PDF · eCTD xref — style-preserving _linked copies</a:t>
            </a:r>
            <a:endParaRPr lang="en-US" sz="850" dirty="0"/>
          </a:p>
        </p:txBody>
      </p:sp>
      <p:sp>
        <p:nvSpPr>
          <p:cNvPr id="74" name="Text 62"/>
          <p:cNvSpPr/>
          <p:nvPr/>
        </p:nvSpPr>
        <p:spPr>
          <a:xfrm>
            <a:off x="5852160" y="4544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75" name="Shape 63"/>
          <p:cNvSpPr/>
          <p:nvPr/>
        </p:nvSpPr>
        <p:spPr>
          <a:xfrm>
            <a:off x="3200400" y="475488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76" name="Shape 64"/>
          <p:cNvSpPr/>
          <p:nvPr/>
        </p:nvSpPr>
        <p:spPr>
          <a:xfrm>
            <a:off x="3319272" y="4873752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77" name="Text 65"/>
          <p:cNvSpPr/>
          <p:nvPr/>
        </p:nvSpPr>
        <p:spPr>
          <a:xfrm>
            <a:off x="3319272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66"/>
          <p:cNvSpPr/>
          <p:nvPr/>
        </p:nvSpPr>
        <p:spPr>
          <a:xfrm>
            <a:off x="3767328" y="482803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&amp; Anomaly</a:t>
            </a:r>
            <a:endParaRPr lang="en-US" sz="1150" dirty="0"/>
          </a:p>
        </p:txBody>
      </p:sp>
      <p:sp>
        <p:nvSpPr>
          <p:cNvPr id="79" name="Text 67"/>
          <p:cNvSpPr/>
          <p:nvPr/>
        </p:nvSpPr>
        <p:spPr>
          <a:xfrm>
            <a:off x="3767328" y="505663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· target match · viewer compat · anomalies</a:t>
            </a:r>
            <a:endParaRPr lang="en-US" sz="850" dirty="0"/>
          </a:p>
        </p:txBody>
      </p:sp>
      <p:sp>
        <p:nvSpPr>
          <p:cNvPr id="80" name="Text 68"/>
          <p:cNvSpPr/>
          <p:nvPr/>
        </p:nvSpPr>
        <p:spPr>
          <a:xfrm>
            <a:off x="5852160" y="5303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81" name="Shape 69"/>
          <p:cNvSpPr/>
          <p:nvPr/>
        </p:nvSpPr>
        <p:spPr>
          <a:xfrm>
            <a:off x="3200400" y="5513832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82" name="Shape 70"/>
          <p:cNvSpPr/>
          <p:nvPr/>
        </p:nvSpPr>
        <p:spPr>
          <a:xfrm>
            <a:off x="3319272" y="5632704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83" name="Text 71"/>
          <p:cNvSpPr/>
          <p:nvPr/>
        </p:nvSpPr>
        <p:spPr>
          <a:xfrm>
            <a:off x="3319272" y="5632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84" name="Text 72"/>
          <p:cNvSpPr/>
          <p:nvPr/>
        </p:nvSpPr>
        <p:spPr>
          <a:xfrm>
            <a:off x="3767328" y="55869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Outputs</a:t>
            </a:r>
            <a:endParaRPr lang="en-US" sz="1150" dirty="0"/>
          </a:p>
        </p:txBody>
      </p:sp>
      <p:sp>
        <p:nvSpPr>
          <p:cNvPr id="85" name="Text 73"/>
          <p:cNvSpPr/>
          <p:nvPr/>
        </p:nvSpPr>
        <p:spPr>
          <a:xfrm>
            <a:off x="3767328" y="58155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· CSV / XLSX · _linked.docx / .pdf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31520"/>
            <a:ext cx="11155680" cy="0"/>
          </a:xfrm>
          <a:prstGeom prst="line">
            <a:avLst/>
          </a:prstGeom>
          <a:noFill/>
          <a:ln w="34925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349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6419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6/5/2026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3916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14400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115568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2070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097280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&amp; Tooling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1664208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Poetry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· Black · mypy · pytest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19016" y="914400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9016" y="914400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15" name="Shape 12"/>
          <p:cNvSpPr/>
          <p:nvPr/>
        </p:nvSpPr>
        <p:spPr>
          <a:xfrm>
            <a:off x="4556760" y="1115568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20700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96256" y="1097280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Parsing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5048" y="1664208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· PyMuPDF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· lxml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89392" y="914400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89392" y="914400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7136" y="1115568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576" y="120700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6632" y="1097280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Detection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345424" y="1664208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· spaCy NER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2749296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2749296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27" name="Shape 22"/>
          <p:cNvSpPr/>
          <p:nvPr/>
        </p:nvSpPr>
        <p:spPr>
          <a:xfrm>
            <a:off x="786384" y="2950464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041904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25880" y="2932176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LLM (on-prem)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04672" y="3499104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llama3.2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 · NVIDIA NIM (opt)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319016" y="2749296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319016" y="2749296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33" name="Shape 27"/>
          <p:cNvSpPr/>
          <p:nvPr/>
        </p:nvSpPr>
        <p:spPr>
          <a:xfrm>
            <a:off x="4556760" y="2950464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304190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96256" y="2932176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Hyperlink Injection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575048" y="3499104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(w:hyperlink)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pikepdf · PyMuPDF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089392" y="2749296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089392" y="2749296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39" name="Shape 32"/>
          <p:cNvSpPr/>
          <p:nvPr/>
        </p:nvSpPr>
        <p:spPr>
          <a:xfrm>
            <a:off x="8327136" y="2950464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8576" y="3041904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866632" y="2932176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345424" y="3499104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Celery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broker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548640" y="4584192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548640" y="4584192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45" name="Shape 37"/>
          <p:cNvSpPr/>
          <p:nvPr/>
        </p:nvSpPr>
        <p:spPr>
          <a:xfrm>
            <a:off x="786384" y="4785360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876800"/>
            <a:ext cx="237744" cy="23774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325880" y="4767072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Graph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804672" y="5334000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 · NetworkX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4319016" y="4584192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319016" y="4584192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51" name="Shape 42"/>
          <p:cNvSpPr/>
          <p:nvPr/>
        </p:nvSpPr>
        <p:spPr>
          <a:xfrm>
            <a:off x="4556760" y="4785360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4876800"/>
            <a:ext cx="237744" cy="23774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96256" y="4767072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&amp; Backend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4575048" y="5334000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· structlog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8089392" y="4584192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8089392" y="4584192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57" name="Shape 47"/>
          <p:cNvSpPr/>
          <p:nvPr/>
        </p:nvSpPr>
        <p:spPr>
          <a:xfrm>
            <a:off x="8327136" y="4785360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8576" y="4876800"/>
            <a:ext cx="237744" cy="237744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8866632" y="4767072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&amp; Infra</a:t>
            </a:r>
            <a:endParaRPr lang="en-US" sz="1300" dirty="0"/>
          </a:p>
        </p:txBody>
      </p:sp>
      <p:sp>
        <p:nvSpPr>
          <p:cNvPr id="60" name="Text 49"/>
          <p:cNvSpPr/>
          <p:nvPr/>
        </p:nvSpPr>
        <p:spPr>
          <a:xfrm>
            <a:off x="8345424" y="5334000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TypeScript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Docker Compose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Hyperlink Engine — HLD &amp; Tech Stack</dc:title>
  <dc:subject>PptxGenJS Presentation</dc:subject>
  <dc:creator>Zensar</dc:creator>
  <cp:lastModifiedBy>Zensar</cp:lastModifiedBy>
  <cp:revision>1</cp:revision>
  <dcterms:created xsi:type="dcterms:W3CDTF">2026-06-05T06:03:47Z</dcterms:created>
  <dcterms:modified xsi:type="dcterms:W3CDTF">2026-06-05T06:03:47Z</dcterms:modified>
</cp:coreProperties>
</file>